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vml" ContentType="application/vnd.openxmlformats-officedocument.vmlDrawin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Preserve committee-facing cover language.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Discuss remediation trend and high-risk open findings.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Speaker note: Confirm management owner and due date.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Notes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Notes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FY2026 Audit Committee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Prior-year template | Confidential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257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Audit scope completed across core financial controls.</a:t>
            </a:r>
          </a:p>
          <a:p>
            <a:pPr>
              <a:defRPr sz="1800"/>
            </a:pPr>
            <a:r>
              <a:t>One high-priority finding remains open.</a:t>
            </a:r>
          </a:p>
          <a:p>
            <a:pPr>
              <a:defRPr sz="1800"/>
            </a:pPr>
            <a:r>
              <a:t>Management remediation cadence improved quarter over quarter.</a:t>
            </a:r>
          </a:p>
          <a:p>
            <a:pPr>
              <a:defRPr sz="1800"/>
            </a:pPr>
            <a:r>
              <a:t>Committee attention requested for access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Closed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46520" y="3337560"/>
          <a:ext cx="466344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Detail | Privileged Access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Condition: Privileged access reviews lacked complete approval evidence.</a:t>
            </a:r>
          </a:p>
          <a:p>
            <a:r>
              <a:t>Risk: High</a:t>
            </a:r>
          </a:p>
          <a:p>
            <a:r>
              <a:t>Recommendation: Require quarterly evidence capture and exception escalation.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