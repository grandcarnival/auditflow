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Notes1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Notes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Notes3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r>
              <a:t>Two high-priority findings remain open.</a:t>
            </a:r>
          </a:p>
          <a:p>
            <a:r>
              <a:t>Management remediation cadence improved quarter over quarter.</a:t>
            </a:r>
          </a:p>
          <a:p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Access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Quarterly access reviews were not consistently evidenced.</a:t>
            </a:r>
          </a:p>
          <a:p>
            <a:r>
              <a:t>Risk: Unauthorized access may persist beyond acceptable timeframes.</a:t>
            </a:r>
          </a:p>
          <a:p>
            <a:r>
              <a:t>Recommendation: Standardize evidence capture and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