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vml" ContentType="application/vnd.openxmlformats-officedocument.vmlDrawi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Closed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1.xml"/>
</Relationships>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2.xml"/>
</Relationships>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slide" Target="../slides/slide3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Preserve committee-facing cover language.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Discuss remediation trend and high-risk open findings.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Speaker note: Confirm management owner and due date.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Notes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Notes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Notes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FY2026 Audit Committee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Prior-year template | Confidential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solidFill>
            <a:srgbClr val="1F4E79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525780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Audit scope completed across core financial controls.</a:t>
            </a:r>
          </a:p>
          <a:p>
            <a:pPr>
              <a:defRPr sz="1800"/>
            </a:pPr>
            <a:r>
              <a:t>One high-priority finding remains open.</a:t>
            </a:r>
          </a:p>
          <a:p>
            <a:pPr>
              <a:defRPr sz="1800"/>
            </a:pPr>
            <a:r>
              <a:t>Management remediation cadence improved quarter over quarter.</a:t>
            </a:r>
          </a:p>
          <a:p>
            <a:pPr>
              <a:defRPr sz="1800"/>
            </a:pPr>
            <a:r>
              <a:t>Committee attention requested for access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0" y="1143000"/>
          <a:ext cx="48463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5440"/>
                <a:gridCol w="1615440"/>
                <a:gridCol w="1615440"/>
              </a:tblGrid>
              <a:tr h="457200">
                <a:tc>
                  <a:txBody>
                    <a:bodyPr/>
                    <a:lstStyle/>
                    <a:p>
                      <a:r>
                        <a:t>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Closed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46520" y="3337560"/>
          <a:ext cx="4663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 Detail | Access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Condition: Quarterly access reviews were not consistently evidenced.</a:t>
            </a:r>
          </a:p>
          <a:p>
            <a:r>
              <a:t>Risk: Unauthorized access may persist beyond acceptable timeframes.</a:t>
            </a:r>
          </a:p>
          <a:p>
            <a:r>
              <a:t>Recommendation: Standardize evidence capture and escalation.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