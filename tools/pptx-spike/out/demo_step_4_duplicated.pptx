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'1.0' encoding='UTF-8' standalone='yes'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Privileged Access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Privileged access reviews lacked complete approval evidence.</a:t>
            </a:r>
          </a:p>
          <a:p>
            <a:r>
              <a:t>Risk: High</a:t>
            </a:r>
          </a:p>
          <a:p>
            <a:r>
              <a:t>Recommendation: Require quarterly evidence capture and exception escalation.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Privileged Access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Privileged access reviews lacked complete approval evidence.</a:t>
            </a:r>
          </a:p>
          <a:p>
            <a:r>
              <a:t>Risk: High</a:t>
            </a:r>
          </a:p>
          <a:p>
            <a:r>
              <a:t>Recommendation: Require quarterly evidence capture and exception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