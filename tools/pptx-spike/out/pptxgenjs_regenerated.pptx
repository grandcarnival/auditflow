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pptxgenjs can write new notes, but cannot preserve source notes by parsing an existing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note: Regenerated from normalized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FY2026 Audit Committee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Regenerated current-year deck | Confidential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5212080" cy="4297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Audit scope completed across core financial controls.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</a:rPr>
              <a:t>Two high-priority findings remain open.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</a:rPr>
              <a:t>Management remediation cadence improved quarter over quarter.</a:t>
            </a:r>
            <a:endParaRPr lang="en-US" sz="1800" dirty="0"/>
          </a:p>
          <a:p>
            <a:r>
              <a:rPr lang="en-US" sz="1800" dirty="0">
                <a:solidFill>
                  <a:srgbClr val="000000"/>
                </a:solidFill>
              </a:rPr>
              <a:t>Committee attention requested for access governance.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43000"/>
          <a:ext cx="4846320" cy="1828800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Closed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446520" y="3337560"/>
          <a:ext cx="4663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Detail | Access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Condition: Quarterly access reviews lacked consistent evidence.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Risk: Unauthorized access may persist beyond acceptable timeframes.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Recommendation: Standardize evidence capture and escalation.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AuditFlow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regeneration</dc:subject>
  <dc:creator>AuditFlow AI Spike</dc:creator>
  <cp:lastModifiedBy>AuditFlow AI Spike</cp:lastModifiedBy>
  <cp:revision>1</cp:revision>
  <dcterms:created xsi:type="dcterms:W3CDTF">2026-05-28T22:27:15Z</dcterms:created>
  <dcterms:modified xsi:type="dcterms:W3CDTF">2026-05-28T22:27:15Z</dcterms:modified>
</cp:coreProperties>
</file>