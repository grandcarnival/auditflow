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One high-priority finding remains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Access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Quarterly access reviews were not consistently evidenced.</a:t>
            </a:r>
          </a:p>
          <a:p>
            <a:r>
              <a:t>Risk: Unauthorized access may persist beyond acceptable timeframes.</a:t>
            </a:r>
          </a:p>
          <a:p>
            <a:r>
              <a:t>Recommendation: Standardize evidence capture and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