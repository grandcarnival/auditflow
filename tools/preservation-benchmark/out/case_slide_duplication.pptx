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'1.0' encoding='UTF-8' standalone='yes'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